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255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[Sources],Redux Toolkit Quick Start (oficial): https://redux.js.org/tutorials/quick-start,Redux Fundamentals, Part 2: Concepts and Data Flow (oficial): https://redux.js.org/tutorials/fundamentals/part-2-concepts-data-flow,React Redux Hooks (oficial): https://react-redux.js.org/api/hooks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[Sources],Redux Overview (oficial): https://redux.js.org/tutorials/fundamentals/part-1-overview,Core Concepts (oficial): https://redux.js.org/introduction/core-concepts,Redux Fundamentals, Part 2: Concepts and Data Flow (oficial): https://redux.js.org/tutorials/fundamentals/part-2-concepts-data-flow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[Sources],A análise desta lâmina deriva do código fornecido pelo usuário no chat atual.,Redux Fundamentals, Part 2: Concepts and Data Flow (oficial): https://redux.js.org/tutorials/fundamentals/part-2-concepts-data-flow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[Sources],Redux Toolkit Quick Start (oficial): https://redux.js.org/tutorials/quick-start,React Redux Hooks (oficial): https://react-redux.js.org/api/hooks,Getting Started with React Redux (oficial): https://react-redux.js.org/introduction/getting-started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[Sources],O código mostrado deriva diretamente da refatoração apresentada no chat atual.,Redux Toolkit Quick Start (oficial): https://redux.js.org/tutorials/quick-start,Redux Essentials, Part 2: Redux Toolkit App Structure (oficial): https://redux.js.org/tutorials/essentials/part-2-app-structure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[Sources],Getting Started with React Redux (oficial): https://react-redux.js.org/introduction/getting-started,Hooks (oficial): https://react-redux.js.org/api/hooks,Redux Fundamentals, Part 5: UI and React (oficial): https://redux.js.org/tutorials/fundamentals/part-5-ui-react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[Sources],Redux Fundamentals, Part 2: Concepts and Data Flow (oficial): https://redux.js.org/tutorials/fundamentals/part-2-concepts-data-flow,Store API (oficial): https://redux.js.org/api/store,React Redux Hooks (oficial): https://react-redux.js.org/api/hooks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[Sources],Redux Overview (oficial): https://redux.js.org/tutorials/fundamentals/part-1-overview,Redux Toolkit Quick Start (oficial): https://redux.js.org/tutorials/quick-start,A aplicação de exemplo e a refatoração foram baseadas no código fornecido pelo usuário no chat atual.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92440" y="731520"/>
            <a:ext cx="3383280" cy="5212080"/>
          </a:xfrm>
          <a:prstGeom prst="roundRect">
            <a:avLst>
              <a:gd name="adj" fmla="val 2703"/>
            </a:avLst>
          </a:prstGeom>
          <a:solidFill>
            <a:srgbClr val="EAF2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1143000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DBEAFE"/>
          </a:solidFill>
          <a:ln w="12700">
            <a:solidFill>
              <a:srgbClr val="BF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41080" y="131673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UI React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573768" y="1828800"/>
            <a:ext cx="411480" cy="32004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9640" y="2194560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CFFAFE"/>
          </a:solidFill>
          <a:ln w="12700">
            <a:solidFill>
              <a:srgbClr val="BF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41080" y="236829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dispatch(action)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573768" y="2880360"/>
            <a:ext cx="411480" cy="32004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9640" y="3246120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E0E7FF"/>
          </a:solidFill>
          <a:ln w="12700">
            <a:solidFill>
              <a:srgbClr val="BF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341985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slice / reducer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573768" y="3931920"/>
            <a:ext cx="411480" cy="32004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4297680"/>
            <a:ext cx="2468880" cy="621792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 w="12700">
            <a:solidFill>
              <a:srgbClr val="BF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447141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store global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1005840"/>
            <a:ext cx="5852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Redux Toolkit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 React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1520" y="2240280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Aula teórica usando o exemplo de cadastro de cursos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(formulário + tabela) sem callback, apenas com estado global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9808" y="3291840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438144"/>
            <a:ext cx="193852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Store • Slice • Provider • Hooks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40690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Objetivo da aula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" y="4370832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</a:rPr>
              <a:t>Compreender </a:t>
            </a:r>
            <a:r>
              <a:rPr lang="en-US" sz="1800" b="1" dirty="0">
                <a:solidFill>
                  <a:srgbClr val="0F172A"/>
                </a:solidFill>
              </a:rPr>
              <a:t>o que é Redux</a:t>
            </a:r>
            <a:r>
              <a:rPr lang="en-US" sz="1800" dirty="0">
                <a:solidFill>
                  <a:srgbClr val="334155"/>
                </a:solidFill>
              </a:rPr>
              <a:t> e por que ele simplifica a comunicação entre componentes React.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</a:rPr>
              <a:t>Mapear </a:t>
            </a:r>
            <a:r>
              <a:rPr lang="en-US" sz="1800" b="1" dirty="0">
                <a:solidFill>
                  <a:srgbClr val="0F172A"/>
                </a:solidFill>
              </a:rPr>
              <a:t>o fluxo real</a:t>
            </a:r>
            <a:r>
              <a:rPr lang="en-US" sz="1800" dirty="0">
                <a:solidFill>
                  <a:srgbClr val="334155"/>
                </a:solidFill>
              </a:rPr>
              <a:t> do exemplo: formulário escreve no estado global e tabela lê do estado global.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641908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Programação Multiplataforma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O que é Redux e por que usar no React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Base conceitual antes de olhar o exemplo de curso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453896"/>
            <a:ext cx="5248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Definição e finalidade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171644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Redux é um padrão e uma biblioteca para gerenciar e atualizar </a:t>
            </a:r>
            <a:r>
              <a:rPr lang="en-US" b="1" dirty="0">
                <a:solidFill>
                  <a:srgbClr val="0F172A"/>
                </a:solidFill>
              </a:rPr>
              <a:t>estado global</a:t>
            </a:r>
            <a:r>
              <a:rPr lang="en-US" dirty="0">
                <a:solidFill>
                  <a:srgbClr val="334155"/>
                </a:solidFill>
              </a:rPr>
              <a:t> de forma previsível.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No React, ele é útil quando vários componentes precisam </a:t>
            </a:r>
            <a:r>
              <a:rPr lang="en-US" b="1" dirty="0">
                <a:solidFill>
                  <a:srgbClr val="0F172A"/>
                </a:solidFill>
              </a:rPr>
              <a:t>ler e alterar o </a:t>
            </a:r>
            <a:r>
              <a:rPr lang="en-US" sz="2000" b="1" dirty="0">
                <a:solidFill>
                  <a:srgbClr val="0F172A"/>
                </a:solidFill>
              </a:rPr>
              <a:t>mesmo dado</a:t>
            </a:r>
            <a:r>
              <a:rPr lang="en-US" sz="2000" dirty="0">
                <a:solidFill>
                  <a:srgbClr val="334155"/>
                </a:solidFill>
              </a:rPr>
              <a:t> sem depender de callbacks em cadeia.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0100" y="3694065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Termos centrais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3440" y="3648456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store: repositório central do estado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action: descreve o que aconteceu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reducer/slice: define como o estado muda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dispatch: envia a ação para a store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selector: lê dados da store no componente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0" y="1325880"/>
            <a:ext cx="523036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1453896"/>
            <a:ext cx="4901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Quando vale a pena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56832" y="1755648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estado compartilhado entre formulário, tabela, menu, login, carrinho etc.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múltiplas telas precisam do mesmo dado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regras de atualização precisam ser claras e fáceis de depurar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0" y="3611880"/>
            <a:ext cx="250545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65392" y="3739896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Pontos favoráveis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01968" y="4005072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menos prop drilling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fluxo previsível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facilita manutenção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25712" y="3611880"/>
            <a:ext cx="250545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90304" y="3739896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Pontos críticos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0" y="4005072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mais estrutura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curva de aprendizado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excesso em apps pequenos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Programação Multiplataforma • Redux Toolkit + React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 problema no exemplo original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Por que o callback funciona, mas escala mal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840480" cy="47548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453896"/>
            <a:ext cx="3511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Arquitetura antes do Redux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828800"/>
            <a:ext cx="288036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B8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39112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FormComponent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05840" y="2926080"/>
            <a:ext cx="2880360" cy="658368"/>
          </a:xfrm>
          <a:prstGeom prst="roundRect">
            <a:avLst>
              <a:gd name="adj" fmla="val 11111"/>
            </a:avLst>
          </a:prstGeom>
          <a:solidFill>
            <a:srgbClr val="E0E7FF"/>
          </a:solidFill>
          <a:ln w="12700">
            <a:solidFill>
              <a:srgbClr val="B8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136392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App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" y="4069080"/>
            <a:ext cx="2880360" cy="658368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12700">
            <a:solidFill>
              <a:srgbClr val="B8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279392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TableComponent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 rot="5400000">
            <a:off x="2103120" y="2542032"/>
            <a:ext cx="502920" cy="32004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2103120" y="3657600"/>
            <a:ext cx="502920" cy="32004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325880"/>
            <a:ext cx="696772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28032" y="1453896"/>
            <a:ext cx="66385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Leitura didática do cenário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19472" y="1951129"/>
            <a:ext cx="6446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34155"/>
                </a:solidFill>
              </a:rPr>
              <a:t>O formulário </a:t>
            </a:r>
            <a:r>
              <a:rPr lang="en-US" sz="2100" b="1" dirty="0">
                <a:solidFill>
                  <a:srgbClr val="0F172A"/>
                </a:solidFill>
              </a:rPr>
              <a:t>não compartilha o estado diretamente</a:t>
            </a:r>
            <a:r>
              <a:rPr lang="en-US" sz="2100" dirty="0">
                <a:solidFill>
                  <a:srgbClr val="334155"/>
                </a:solidFill>
              </a:rPr>
              <a:t> com a tabela.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334155"/>
                </a:solidFill>
              </a:rPr>
              <a:t>Ele precisa avisar o componente pai por callback; depois o pai repassa os dados para a tabela por props.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663440" y="374904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28032" y="3877056"/>
            <a:ext cx="2916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Limitação 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82896" y="41605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o App vira intermediário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mais componentes = mais props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maior acoplamento entre camadas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37490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75320" y="3877056"/>
            <a:ext cx="3191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Limitação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416052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estado espalhado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difícil reutilizar em outra tela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mais difícil rastrear quem alterou os dados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Programação Multiplataforma • Redux Toolkit + React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A solução com Redux Toolkit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Troca-se callback por um fluxo único de dados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11064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453896"/>
            <a:ext cx="10735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Fluxo novo do exemplo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 w="12700">
            <a:solidFill>
              <a:srgbClr val="B8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944368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FormComponent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useDispatch()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633472" y="3063240"/>
            <a:ext cx="256032" cy="20116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27432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CFFAFE"/>
          </a:solidFill>
          <a:ln w="12700">
            <a:solidFill>
              <a:srgbClr val="B8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2944368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action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setCampoFormulario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/adicionarCurso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782312" y="3063240"/>
            <a:ext cx="256032" cy="20116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27432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E0E7FF"/>
          </a:solidFill>
          <a:ln w="12700">
            <a:solidFill>
              <a:srgbClr val="B8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2944368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cursoSlice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reducers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205472" y="3063240"/>
            <a:ext cx="256032" cy="20116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27432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DCFCE7"/>
          </a:solidFill>
          <a:ln w="12700">
            <a:solidFill>
              <a:srgbClr val="B8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08392" y="2944368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store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curso.formData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curso.cursos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400032" y="3063240"/>
            <a:ext cx="256032" cy="20116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29800" y="27432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12700">
            <a:solidFill>
              <a:srgbClr val="B8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02952" y="2944368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TableComponent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useSelector()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" y="171595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Ideia principal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2011680"/>
            <a:ext cx="10012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</a:rPr>
              <a:t>O estado deixa de “subir e descer” pela árvore de componentes. Agora existe uma fonte única de verdade: a store do Redux.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22960" y="40690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87552" y="4197096"/>
            <a:ext cx="2916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O App fica mais simples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2344" y="4650951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</a:rPr>
              <a:t>App apenas monta a tela: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</a:rPr>
              <a:t>&lt;FormComponent /&gt; + &lt;TableComponent /&gt;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389120" y="40690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53712" y="4197096"/>
            <a:ext cx="2916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O formulário escreve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4502639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</a:rPr>
              <a:t>handleChange e handleSubmit usam dispatch(...) para atualizar a store.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955280" y="40690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19872" y="4197096"/>
            <a:ext cx="2916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A tabela lê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83880" y="4568989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</a:rPr>
              <a:t>rows saem de state.curso.cursos usando useSelector(...).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8640" y="641908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Programação Multiplataforma • Redux Toolkit + React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O slice: onde mora a regra de negócio do estado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No exemplo, cursoSlice centraliza o formulário e a lista de cursos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681228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453896"/>
            <a:ext cx="6483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Trecho essencial do cursoSlice.js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682496"/>
            <a:ext cx="6309360" cy="4069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const initialState = {
 2   formData: { curso: '', sigla: '', periodo: '', ciclo: '' },
 3   cursos: [],
 4 }
 5 
 6 const cursoSlice = createSlice({
 7   name: 'curso',
 8   initialState,
 9   reducers: {
10     setCampoFormulario: (state, action) =&gt; {
11       const { name, value } = action.payload
12       state.formData[name] = value
13     },
14     limparFormulario: (state) =&gt; {
15       state.formData = { curso: '', sigla: '', periodo: '', ciclo: '' }
16     },
17     adicionarCurso: (state, action) =&gt; {
18       state.cursos.push(action.payload)
19     },
20   },
21 })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635240" y="1325880"/>
            <a:ext cx="399592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99832" y="145389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Leitura conceitual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45552" y="1719072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initialState define o formato inicial da store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reducers descrevem como o estado muda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actions são geradas automaticamente pelo slice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35240" y="2971800"/>
            <a:ext cx="39959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99832" y="309981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Ponto pedagógico importante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45552" y="335584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No Redux Toolkit, parece mutação (state.cursos.push), mas internamente o Immer garante atualização imutável.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4572000"/>
            <a:ext cx="399592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99832" y="4700016"/>
            <a:ext cx="3666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Memorize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45552" y="5163795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</a:rPr>
              <a:t>Slice = estado inicial + reducers + actions do mesmo domínio.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Programação Multiplataforma • Redux Toolkit + React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Provider, useSelector e useDispatch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 ponte entre Redux e os componentes React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453896"/>
            <a:ext cx="5065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main.jsx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682496"/>
            <a:ext cx="4892040" cy="1783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Provider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'react-redux'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store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'./store/store'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ReactDOM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createRoot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'root'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store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413248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82512" y="1453896"/>
            <a:ext cx="5084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FormComponent e TableComponent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1764792"/>
            <a:ext cx="4919472" cy="1143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dispatch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useDispatch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formData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useSelector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useSelector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9718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Provider disponibiliza a store para toda a árvore React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useDispatch envia ações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useSelector lê um pedaço específico do estado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4160520"/>
            <a:ext cx="10835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41832" y="4288536"/>
            <a:ext cx="10506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Relação com o exemplo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4590288"/>
            <a:ext cx="10378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334155"/>
                </a:solidFill>
              </a:rPr>
              <a:t>O formulário passa a controlar seus campos pelo estado global; a tabela não recebe mais rows por props — ela observa diretamente state.curso.cursos.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97280" y="5669280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61872" y="5797296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Antes: callback + props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5669280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36592" y="5797296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Depois: store + hooks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5669280"/>
            <a:ext cx="310896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11312" y="5797296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Ganho: menos acoplamento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Programação Multiplataforma • Redux Toolkit + React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Fluxo de dados no cadastro de curso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 mesmo exemplo explicado passo a passo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2743200" cy="603504"/>
          </a:xfrm>
          <a:prstGeom prst="roundRect">
            <a:avLst>
              <a:gd name="adj" fmla="val 12121"/>
            </a:avLst>
          </a:prstGeom>
          <a:solidFill>
            <a:srgbClr val="DBEAFE"/>
          </a:solidFill>
          <a:ln w="12700">
            <a:solidFill>
              <a:srgbClr val="B8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002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1. Usuário digita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0" y="1563624"/>
            <a:ext cx="438912" cy="29260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60520" y="1417320"/>
            <a:ext cx="72694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158191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handleChange captura name e value do campo.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2176272"/>
            <a:ext cx="2743200" cy="603504"/>
          </a:xfrm>
          <a:prstGeom prst="roundRect">
            <a:avLst>
              <a:gd name="adj" fmla="val 12121"/>
            </a:avLst>
          </a:prstGeom>
          <a:solidFill>
            <a:srgbClr val="E0F2FE"/>
          </a:solidFill>
          <a:ln w="12700">
            <a:solidFill>
              <a:srgbClr val="B8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359152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2. dispatch(setCampoFormulario)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0" y="2322576"/>
            <a:ext cx="438912" cy="29260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2176272"/>
            <a:ext cx="72694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234086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A action descreve qual campo mudou.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2935224"/>
            <a:ext cx="2743200" cy="603504"/>
          </a:xfrm>
          <a:prstGeom prst="roundRect">
            <a:avLst>
              <a:gd name="adj" fmla="val 12121"/>
            </a:avLst>
          </a:prstGeom>
          <a:solidFill>
            <a:srgbClr val="DBEAFE"/>
          </a:solidFill>
          <a:ln w="12700">
            <a:solidFill>
              <a:srgbClr val="B8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18104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3. reducer do slice executa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657600" y="3081528"/>
            <a:ext cx="438912" cy="29260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2935224"/>
            <a:ext cx="72694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0832" y="309981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state.formData[name] = value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77240" y="3694176"/>
            <a:ext cx="2743200" cy="603504"/>
          </a:xfrm>
          <a:prstGeom prst="roundRect">
            <a:avLst>
              <a:gd name="adj" fmla="val 12121"/>
            </a:avLst>
          </a:prstGeom>
          <a:solidFill>
            <a:srgbClr val="E0F2FE"/>
          </a:solidFill>
          <a:ln w="12700">
            <a:solidFill>
              <a:srgbClr val="B8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877056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4. Usuário clica em Salvar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657600" y="3840480"/>
            <a:ext cx="438912" cy="29260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3694176"/>
            <a:ext cx="72694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70832" y="385876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handleSubmit monta novoCurso e dispara adicionarCurso.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7240" y="4453128"/>
            <a:ext cx="2743200" cy="603504"/>
          </a:xfrm>
          <a:prstGeom prst="roundRect">
            <a:avLst>
              <a:gd name="adj" fmla="val 12121"/>
            </a:avLst>
          </a:prstGeom>
          <a:solidFill>
            <a:srgbClr val="DBEAFE"/>
          </a:solidFill>
          <a:ln w="12700">
            <a:solidFill>
              <a:srgbClr val="B8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63600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5. Store é atualizada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657600" y="4599432"/>
            <a:ext cx="438912" cy="29260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0520" y="4453128"/>
            <a:ext cx="72694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46177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curso.cursos recebe o novo item e formData é limpo.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7240" y="5212080"/>
            <a:ext cx="2743200" cy="603504"/>
          </a:xfrm>
          <a:prstGeom prst="roundRect">
            <a:avLst>
              <a:gd name="adj" fmla="val 12121"/>
            </a:avLst>
          </a:prstGeom>
          <a:solidFill>
            <a:srgbClr val="E0F2FE"/>
          </a:solidFill>
          <a:ln w="12700">
            <a:solidFill>
              <a:srgbClr val="B8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539496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6. TableComponent re-renderiza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657600" y="5358384"/>
            <a:ext cx="438912" cy="29260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60520" y="5212080"/>
            <a:ext cx="72694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53766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useSelector percebe mudança em curso.cursos e a tabela atualiza.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777240" y="5897880"/>
            <a:ext cx="10698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14400" y="6016752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Redux organiza o ciclo “UI → action → reducer → store → UI”. O importante não é decorar APIs, mas entender essa causalidade.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8640" y="641908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Programação Multiplataforma • Redux Toolkit + React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Boas práticas, quando usar e fechamento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Encerramento da aula aplicado ao exemplo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1018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453896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Quando usar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estado compartilhado por vários componentes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fluxo de dados precisa ser previsível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a aplicação cresceu além de props simples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você quer rastrear bem as mudanças de estado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1453896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Quando evitar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73736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inputs e modais puramente locais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apps muito pequenos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estado usado por um único componente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quando useState/useContext já resolvem bem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21040" y="1325880"/>
            <a:ext cx="3310128" cy="420624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85632" y="1453896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Boas práticas no exemplo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22208" y="1737360"/>
            <a:ext cx="2788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um slice por domínio: curso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App sem responsabilidade de transportar dados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Form escreve; Table lê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store como fonte única de verdade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5623560"/>
            <a:ext cx="1078992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5878477"/>
            <a:ext cx="10424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No seu exemplo, Redux Toolkit mudou a arquitetura da comunicação entre componentes e deixou o fluxo mais limpo, previsível e escalável.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Programação Multiplataforma • Redux Toolkit + React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1660</Words>
  <Application>Microsoft Office PowerPoint</Application>
  <PresentationFormat>Widescreen</PresentationFormat>
  <Paragraphs>159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 Display</vt:lpstr>
      <vt:lpstr>Arial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Redux Toolkit com React</dc:title>
  <dc:subject>Aula teórica sobre Redux Toolkit com React</dc:subject>
  <dc:creator>OpenAI</dc:creator>
  <cp:lastModifiedBy>f178coord.adsa - Coord. do curso de AMS - An. e Des. de Sist.</cp:lastModifiedBy>
  <cp:revision>2</cp:revision>
  <dcterms:created xsi:type="dcterms:W3CDTF">2026-04-13T16:13:45Z</dcterms:created>
  <dcterms:modified xsi:type="dcterms:W3CDTF">2026-04-13T16:21:44Z</dcterms:modified>
</cp:coreProperties>
</file>