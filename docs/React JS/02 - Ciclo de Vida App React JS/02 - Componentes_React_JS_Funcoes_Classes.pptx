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560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783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React JS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377440" y="27889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</a:rPr>
              <a:t>Conceitos e Exemplos com Funções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Funções e Classes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Duas formas clássicas de definir componentes React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521208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React, um componente pode ser definido por função ou por classe.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componentes funcionais são preferidos por simplicidade e integração com Hooks.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continuam importantes para compreensão histórica e manutenção de sistemas legados.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413248" cy="3017520"/>
          </a:xfrm>
          <a:prstGeom prst="roundRect">
            <a:avLst>
              <a:gd name="adj" fmla="val 1818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pPr rtl="0"/>
            <a:r>
              <a:rPr lang="en-US" sz="1400" dirty="0"/>
              <a:t>const </a:t>
            </a:r>
            <a:r>
              <a:rPr lang="en-US" sz="1400" dirty="0" err="1"/>
              <a:t>MyComponent</a:t>
            </a:r>
            <a:r>
              <a:rPr lang="en-US" sz="1400" dirty="0"/>
              <a:t> = function() {</a:t>
            </a:r>
            <a:br>
              <a:rPr lang="en-US" sz="1400" dirty="0"/>
            </a:br>
            <a:r>
              <a:rPr lang="en-US" sz="1400" dirty="0"/>
              <a:t>  return 'I am so custom';</a:t>
            </a:r>
            <a:br>
              <a:rPr lang="en-US" sz="1400" dirty="0"/>
            </a:br>
            <a:r>
              <a:rPr lang="en-US" sz="1400" dirty="0"/>
              <a:t>};</a:t>
            </a:r>
          </a:p>
          <a:p>
            <a:pPr rtl="0"/>
            <a:endParaRPr lang="en-US" sz="1400" dirty="0"/>
          </a:p>
          <a:p>
            <a:pPr rtl="0"/>
            <a:r>
              <a:rPr lang="en-US" sz="1400" dirty="0"/>
              <a:t>const </a:t>
            </a:r>
            <a:r>
              <a:rPr lang="en-US" sz="1400" dirty="0" err="1"/>
              <a:t>MyComponent</a:t>
            </a:r>
            <a:r>
              <a:rPr lang="en-US" sz="1400" dirty="0"/>
              <a:t> = function() {</a:t>
            </a:r>
            <a:br>
              <a:rPr lang="en-US" sz="1400" dirty="0"/>
            </a:br>
            <a:r>
              <a:rPr lang="en-US" sz="1400" dirty="0"/>
              <a:t>    return </a:t>
            </a:r>
            <a:r>
              <a:rPr lang="en-US" sz="1400" dirty="0" err="1"/>
              <a:t>React.createElement</a:t>
            </a:r>
            <a:r>
              <a:rPr lang="en-US" sz="1400" dirty="0"/>
              <a:t>('span', null, 'I am so custom');</a:t>
            </a:r>
            <a:br>
              <a:rPr lang="en-US" sz="1400" dirty="0"/>
            </a:br>
            <a:r>
              <a:rPr lang="en-US" sz="1400" dirty="0"/>
              <a:t>};</a:t>
            </a:r>
          </a:p>
          <a:p>
            <a:endParaRPr lang="pt-BR" dirty="0"/>
          </a:p>
        </p:txBody>
      </p:sp>
      <p:sp>
        <p:nvSpPr>
          <p:cNvPr id="7" name="Text 5"/>
          <p:cNvSpPr/>
          <p:nvPr/>
        </p:nvSpPr>
        <p:spPr>
          <a:xfrm>
            <a:off x="6217920" y="1600200"/>
            <a:ext cx="475488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Maneiras de definir um componente customizado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Um componente customizado representa uma parte reutilizável da interface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548640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funcional: forma mais comum no React moderno.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baseado em classe: abordagem tradicional, ainda encontrada em projetos antigos.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encapsulam estrutura, comportamento e reutilização da UI.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720840" y="16916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9659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Componente funcional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046720" y="2697480"/>
            <a:ext cx="1645920" cy="640080"/>
          </a:xfrm>
          <a:prstGeom prst="chevron">
            <a:avLst/>
          </a:prstGeom>
          <a:solidFill>
            <a:srgbClr val="DCEBFF"/>
          </a:solidFill>
          <a:ln w="12700">
            <a:solidFill>
              <a:srgbClr val="BFD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347472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3749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Componente de classe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definido com função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Definição básica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43891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React, um componente funcional deve retornar um elemento React que represente a interface desejada.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715000" y="1463040"/>
            <a:ext cx="5303520" cy="3657600"/>
          </a:xfrm>
          <a:prstGeom prst="roundRect">
            <a:avLst>
              <a:gd name="adj" fmla="val 1500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r>
              <a:rPr lang="pt-BR" sz="1000" dirty="0"/>
              <a:t>&lt;</a:t>
            </a:r>
            <a:r>
              <a:rPr lang="pt-BR" sz="1000" dirty="0" err="1"/>
              <a:t>html</a:t>
            </a:r>
            <a:r>
              <a:rPr lang="pt-BR" sz="1000" dirty="0"/>
              <a:t>&gt;</a:t>
            </a:r>
          </a:p>
          <a:p>
            <a:r>
              <a:rPr lang="pt-BR" sz="1000" dirty="0"/>
              <a:t>  &lt;</a:t>
            </a:r>
            <a:r>
              <a:rPr lang="pt-BR" sz="1000" dirty="0" err="1"/>
              <a:t>head</a:t>
            </a:r>
            <a:r>
              <a:rPr lang="pt-BR" sz="1000" dirty="0"/>
              <a:t>&gt;</a:t>
            </a:r>
          </a:p>
          <a:p>
            <a:r>
              <a:rPr lang="pt-BR" sz="1000" dirty="0"/>
              <a:t>    &lt;meta </a:t>
            </a:r>
            <a:r>
              <a:rPr lang="pt-BR" sz="1000" dirty="0" err="1"/>
              <a:t>charset</a:t>
            </a:r>
            <a:r>
              <a:rPr lang="pt-BR" sz="1000" dirty="0"/>
              <a:t>='utf-8' /&gt;</a:t>
            </a:r>
          </a:p>
          <a:p>
            <a:r>
              <a:rPr lang="pt-BR" sz="1000" dirty="0"/>
              <a:t>    &lt;script </a:t>
            </a:r>
            <a:r>
              <a:rPr lang="pt-BR" sz="1000" dirty="0" err="1"/>
              <a:t>src</a:t>
            </a:r>
            <a:r>
              <a:rPr lang="pt-BR" sz="1000" dirty="0"/>
              <a:t>='./react.js'&gt;&lt;/script&gt;</a:t>
            </a:r>
          </a:p>
          <a:p>
            <a:r>
              <a:rPr lang="pt-BR" sz="1000" dirty="0"/>
              <a:t>    &lt;script </a:t>
            </a:r>
            <a:r>
              <a:rPr lang="pt-BR" sz="1000" dirty="0" err="1"/>
              <a:t>src</a:t>
            </a:r>
            <a:r>
              <a:rPr lang="pt-BR" sz="1000" dirty="0"/>
              <a:t>='./react-dom.js'&gt;&lt;/script&gt;</a:t>
            </a:r>
          </a:p>
          <a:p>
            <a:r>
              <a:rPr lang="pt-BR" sz="1000" dirty="0"/>
              <a:t>    &lt;script </a:t>
            </a:r>
            <a:r>
              <a:rPr lang="pt-BR" sz="1000" dirty="0" err="1"/>
              <a:t>src</a:t>
            </a:r>
            <a:r>
              <a:rPr lang="pt-BR" sz="1000" dirty="0"/>
              <a:t>="./babel.js"&gt;&lt;/script&gt;</a:t>
            </a:r>
          </a:p>
          <a:p>
            <a:r>
              <a:rPr lang="pt-BR" sz="1000" dirty="0"/>
              <a:t>  &lt;/</a:t>
            </a:r>
            <a:r>
              <a:rPr lang="pt-BR" sz="1000" dirty="0" err="1"/>
              <a:t>head</a:t>
            </a:r>
            <a:r>
              <a:rPr lang="pt-BR" sz="1000" dirty="0"/>
              <a:t>&gt;</a:t>
            </a:r>
          </a:p>
          <a:p>
            <a:r>
              <a:rPr lang="pt-BR" sz="1000" dirty="0"/>
              <a:t>  &lt;body&gt;</a:t>
            </a:r>
          </a:p>
          <a:p>
            <a:r>
              <a:rPr lang="pt-BR" sz="1000" dirty="0"/>
              <a:t>    &lt;</a:t>
            </a:r>
            <a:r>
              <a:rPr lang="pt-BR" sz="1000" dirty="0" err="1"/>
              <a:t>div</a:t>
            </a:r>
            <a:r>
              <a:rPr lang="pt-BR" sz="1000" dirty="0"/>
              <a:t> id='app'&gt;&lt;/</a:t>
            </a:r>
            <a:r>
              <a:rPr lang="pt-BR" sz="1000" dirty="0" err="1"/>
              <a:t>div</a:t>
            </a:r>
            <a:r>
              <a:rPr lang="pt-BR" sz="1000" dirty="0"/>
              <a:t>&gt;</a:t>
            </a:r>
          </a:p>
          <a:p>
            <a:r>
              <a:rPr lang="pt-BR" sz="1000" dirty="0"/>
              <a:t>    &lt;script </a:t>
            </a:r>
            <a:r>
              <a:rPr lang="pt-BR" sz="1000" dirty="0" err="1"/>
              <a:t>type</a:t>
            </a:r>
            <a:r>
              <a:rPr lang="pt-BR" sz="1000" dirty="0"/>
              <a:t>='</a:t>
            </a:r>
            <a:r>
              <a:rPr lang="pt-BR" sz="1000" dirty="0" err="1"/>
              <a:t>text</a:t>
            </a:r>
            <a:r>
              <a:rPr lang="pt-BR" sz="1000" dirty="0"/>
              <a:t>/babel'&gt;</a:t>
            </a:r>
          </a:p>
          <a:p>
            <a:r>
              <a:rPr lang="pt-BR" sz="1000" dirty="0"/>
              <a:t>       </a:t>
            </a:r>
            <a:r>
              <a:rPr lang="pt-BR" sz="1000" dirty="0" err="1"/>
              <a:t>const</a:t>
            </a:r>
            <a:r>
              <a:rPr lang="pt-BR" sz="1000" dirty="0"/>
              <a:t> </a:t>
            </a:r>
            <a:r>
              <a:rPr lang="pt-BR" sz="1000" dirty="0" err="1"/>
              <a:t>SampleComponent</a:t>
            </a:r>
            <a:r>
              <a:rPr lang="pt-BR" sz="1000" dirty="0"/>
              <a:t> = </a:t>
            </a:r>
            <a:r>
              <a:rPr lang="pt-BR" sz="1000" dirty="0" err="1"/>
              <a:t>function</a:t>
            </a:r>
            <a:r>
              <a:rPr lang="pt-BR" sz="1000" dirty="0"/>
              <a:t>() {</a:t>
            </a:r>
          </a:p>
          <a:p>
            <a:r>
              <a:rPr lang="pt-BR" sz="1000" dirty="0"/>
              <a:t>          </a:t>
            </a:r>
            <a:r>
              <a:rPr lang="pt-BR" sz="1000" dirty="0" err="1"/>
              <a:t>return</a:t>
            </a:r>
            <a:r>
              <a:rPr lang="pt-BR" sz="1000" dirty="0"/>
              <a:t> </a:t>
            </a:r>
            <a:r>
              <a:rPr lang="pt-BR" sz="1000" dirty="0" err="1"/>
              <a:t>React.createElement</a:t>
            </a:r>
            <a:r>
              <a:rPr lang="pt-BR" sz="1000" dirty="0"/>
              <a:t>('i', </a:t>
            </a:r>
            <a:r>
              <a:rPr lang="pt-BR" sz="1000" dirty="0" err="1"/>
              <a:t>null</a:t>
            </a:r>
            <a:r>
              <a:rPr lang="pt-BR" sz="1000" dirty="0"/>
              <a:t>, 'I </a:t>
            </a:r>
            <a:r>
              <a:rPr lang="pt-BR" sz="1000" dirty="0" err="1"/>
              <a:t>am</a:t>
            </a:r>
            <a:r>
              <a:rPr lang="pt-BR" sz="1000" dirty="0"/>
              <a:t> </a:t>
            </a:r>
            <a:r>
              <a:rPr lang="pt-BR" sz="1000" dirty="0" err="1"/>
              <a:t>so</a:t>
            </a:r>
            <a:r>
              <a:rPr lang="pt-BR" sz="1000" dirty="0"/>
              <a:t> </a:t>
            </a:r>
            <a:r>
              <a:rPr lang="pt-BR" sz="1000" dirty="0" err="1"/>
              <a:t>custom</a:t>
            </a:r>
            <a:r>
              <a:rPr lang="pt-BR" sz="1000" dirty="0"/>
              <a:t>');</a:t>
            </a:r>
          </a:p>
          <a:p>
            <a:r>
              <a:rPr lang="pt-BR" sz="1000" dirty="0"/>
              <a:t>       }</a:t>
            </a:r>
          </a:p>
          <a:p>
            <a:endParaRPr lang="pt-BR" sz="1000" dirty="0"/>
          </a:p>
          <a:p>
            <a:r>
              <a:rPr lang="pt-BR" sz="1000" dirty="0"/>
              <a:t>       </a:t>
            </a:r>
            <a:r>
              <a:rPr lang="pt-BR" sz="1000" dirty="0" err="1"/>
              <a:t>ReactDOM.render</a:t>
            </a:r>
            <a:r>
              <a:rPr lang="pt-BR" sz="1000" dirty="0"/>
              <a:t>(</a:t>
            </a:r>
          </a:p>
          <a:p>
            <a:r>
              <a:rPr lang="pt-BR" sz="1000" dirty="0"/>
              <a:t>          &lt;h1 id='</a:t>
            </a:r>
            <a:r>
              <a:rPr lang="pt-BR" sz="1000" dirty="0" err="1"/>
              <a:t>my-heading</a:t>
            </a:r>
            <a:r>
              <a:rPr lang="pt-BR" sz="1000" dirty="0"/>
              <a:t>'&gt;</a:t>
            </a:r>
          </a:p>
          <a:p>
            <a:r>
              <a:rPr lang="pt-BR" sz="1000" dirty="0"/>
              <a:t>            &lt;</a:t>
            </a:r>
            <a:r>
              <a:rPr lang="pt-BR" sz="1000" dirty="0" err="1"/>
              <a:t>SampleComponent</a:t>
            </a:r>
            <a:r>
              <a:rPr lang="pt-BR" sz="1000" dirty="0"/>
              <a:t> /&gt; </a:t>
            </a:r>
            <a:r>
              <a:rPr lang="pt-BR" sz="1000" dirty="0" err="1"/>
              <a:t>text</a:t>
            </a:r>
            <a:endParaRPr lang="pt-BR" sz="1000" dirty="0"/>
          </a:p>
          <a:p>
            <a:r>
              <a:rPr lang="pt-BR" sz="1000" dirty="0"/>
              <a:t>          &lt;/h1&gt;,</a:t>
            </a:r>
          </a:p>
          <a:p>
            <a:r>
              <a:rPr lang="pt-BR" sz="1000" dirty="0"/>
              <a:t>          </a:t>
            </a:r>
            <a:r>
              <a:rPr lang="pt-BR" sz="1000" dirty="0" err="1"/>
              <a:t>document.getElementById</a:t>
            </a:r>
            <a:r>
              <a:rPr lang="pt-BR" sz="1000" dirty="0"/>
              <a:t>('app')</a:t>
            </a:r>
          </a:p>
          <a:p>
            <a:r>
              <a:rPr lang="pt-BR" sz="1000" dirty="0"/>
              <a:t>       );</a:t>
            </a:r>
          </a:p>
          <a:p>
            <a:r>
              <a:rPr lang="pt-BR" sz="1000" dirty="0"/>
              <a:t>    &lt;/script&gt;</a:t>
            </a:r>
          </a:p>
          <a:p>
            <a:r>
              <a:rPr lang="pt-BR" sz="1000" dirty="0"/>
              <a:t>  &lt;/body&gt;</a:t>
            </a:r>
          </a:p>
          <a:p>
            <a:r>
              <a:rPr lang="pt-BR" sz="1000" dirty="0"/>
              <a:t>&lt;/</a:t>
            </a:r>
            <a:r>
              <a:rPr lang="pt-BR" sz="1000" dirty="0" err="1"/>
              <a:t>html</a:t>
            </a:r>
            <a:r>
              <a:rPr lang="pt-BR" sz="1000" dirty="0"/>
              <a:t>&gt;</a:t>
            </a:r>
          </a:p>
        </p:txBody>
      </p:sp>
      <p:sp>
        <p:nvSpPr>
          <p:cNvPr id="7" name="Text 5"/>
          <p:cNvSpPr/>
          <p:nvPr/>
        </p:nvSpPr>
        <p:spPr>
          <a:xfrm>
            <a:off x="5760720" y="1508760"/>
            <a:ext cx="521208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08660" y="254996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55555"/>
                </a:solidFill>
              </a:rPr>
              <a:t>Observação: o retorno literal de texto isolado não é o formato mais útil para compor UI. O padrão é retornar elementos React.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definido com função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Exemplo sem JSX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11064240" cy="5029200"/>
          </a:xfrm>
          <a:prstGeom prst="roundRect">
            <a:avLst>
              <a:gd name="adj" fmla="val 1091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r>
              <a:rPr lang="pt-BR" sz="1200" dirty="0"/>
              <a:t>&lt;</a:t>
            </a:r>
            <a:r>
              <a:rPr lang="pt-BR" sz="1200" dirty="0" err="1"/>
              <a:t>html</a:t>
            </a:r>
            <a:r>
              <a:rPr lang="pt-BR" sz="1200" dirty="0"/>
              <a:t>&gt;</a:t>
            </a:r>
          </a:p>
          <a:p>
            <a:r>
              <a:rPr lang="pt-BR" sz="1200" dirty="0"/>
              <a:t>  &lt;</a:t>
            </a:r>
            <a:r>
              <a:rPr lang="pt-BR" sz="1200" dirty="0" err="1"/>
              <a:t>head</a:t>
            </a:r>
            <a:r>
              <a:rPr lang="pt-BR" sz="1200" dirty="0"/>
              <a:t>&gt;</a:t>
            </a:r>
          </a:p>
          <a:p>
            <a:r>
              <a:rPr lang="pt-BR" sz="1200" dirty="0"/>
              <a:t>    &lt;meta </a:t>
            </a:r>
            <a:r>
              <a:rPr lang="pt-BR" sz="1200" dirty="0" err="1"/>
              <a:t>charset</a:t>
            </a:r>
            <a:r>
              <a:rPr lang="pt-BR" sz="1200" dirty="0"/>
              <a:t>='utf-8' /&gt;</a:t>
            </a:r>
          </a:p>
          <a:p>
            <a:r>
              <a:rPr lang="pt-BR" sz="1200" dirty="0"/>
              <a:t>    &lt;script </a:t>
            </a:r>
            <a:r>
              <a:rPr lang="pt-BR" sz="1200" dirty="0" err="1"/>
              <a:t>src</a:t>
            </a:r>
            <a:r>
              <a:rPr lang="pt-BR" sz="1200" dirty="0"/>
              <a:t>='./react.js'&gt;&lt;/script&gt;</a:t>
            </a:r>
          </a:p>
          <a:p>
            <a:r>
              <a:rPr lang="pt-BR" sz="1200" dirty="0"/>
              <a:t>    &lt;script </a:t>
            </a:r>
            <a:r>
              <a:rPr lang="pt-BR" sz="1200" dirty="0" err="1"/>
              <a:t>src</a:t>
            </a:r>
            <a:r>
              <a:rPr lang="pt-BR" sz="1200" dirty="0"/>
              <a:t>='./react-dom.js'&gt;&lt;/script&gt;</a:t>
            </a:r>
          </a:p>
          <a:p>
            <a:r>
              <a:rPr lang="pt-BR" sz="1200" dirty="0"/>
              <a:t>    &lt;script </a:t>
            </a:r>
            <a:r>
              <a:rPr lang="pt-BR" sz="1200" dirty="0" err="1"/>
              <a:t>src</a:t>
            </a:r>
            <a:r>
              <a:rPr lang="pt-BR" sz="1200" dirty="0"/>
              <a:t>="./babel.js"&gt;&lt;/script&gt;</a:t>
            </a:r>
          </a:p>
          <a:p>
            <a:r>
              <a:rPr lang="pt-BR" sz="1200" dirty="0"/>
              <a:t>  &lt;/</a:t>
            </a:r>
            <a:r>
              <a:rPr lang="pt-BR" sz="1200" dirty="0" err="1"/>
              <a:t>head</a:t>
            </a:r>
            <a:r>
              <a:rPr lang="pt-BR" sz="1200" dirty="0"/>
              <a:t>&gt;</a:t>
            </a:r>
          </a:p>
          <a:p>
            <a:r>
              <a:rPr lang="pt-BR" sz="1200" dirty="0"/>
              <a:t>  &lt;body&gt;</a:t>
            </a:r>
          </a:p>
          <a:p>
            <a:r>
              <a:rPr lang="pt-BR" sz="1200" dirty="0"/>
              <a:t>    &lt;</a:t>
            </a:r>
            <a:r>
              <a:rPr lang="pt-BR" sz="1200" dirty="0" err="1"/>
              <a:t>div</a:t>
            </a:r>
            <a:r>
              <a:rPr lang="pt-BR" sz="1200" dirty="0"/>
              <a:t> id='app'&gt;&lt;/</a:t>
            </a:r>
            <a:r>
              <a:rPr lang="pt-BR" sz="1200" dirty="0" err="1"/>
              <a:t>div</a:t>
            </a:r>
            <a:r>
              <a:rPr lang="pt-BR" sz="1200" dirty="0"/>
              <a:t>&gt;</a:t>
            </a:r>
          </a:p>
          <a:p>
            <a:r>
              <a:rPr lang="pt-BR" sz="1200" dirty="0"/>
              <a:t>    &lt;script </a:t>
            </a:r>
            <a:r>
              <a:rPr lang="pt-BR" sz="1200" dirty="0" err="1"/>
              <a:t>type</a:t>
            </a:r>
            <a:r>
              <a:rPr lang="pt-BR" sz="1200" dirty="0"/>
              <a:t>='</a:t>
            </a:r>
            <a:r>
              <a:rPr lang="pt-BR" sz="1200" dirty="0" err="1"/>
              <a:t>text</a:t>
            </a:r>
            <a:r>
              <a:rPr lang="pt-BR" sz="1200" dirty="0"/>
              <a:t>/babel'&gt;</a:t>
            </a:r>
          </a:p>
          <a:p>
            <a:r>
              <a:rPr lang="pt-BR" sz="1200" dirty="0"/>
              <a:t>       </a:t>
            </a:r>
            <a:r>
              <a:rPr lang="pt-BR" sz="1200" dirty="0" err="1"/>
              <a:t>const</a:t>
            </a:r>
            <a:r>
              <a:rPr lang="pt-BR" sz="1200" dirty="0"/>
              <a:t> </a:t>
            </a:r>
            <a:r>
              <a:rPr lang="pt-BR" sz="1200" dirty="0" err="1"/>
              <a:t>SampleComponent</a:t>
            </a:r>
            <a:r>
              <a:rPr lang="pt-BR" sz="1200" dirty="0"/>
              <a:t> = </a:t>
            </a:r>
            <a:r>
              <a:rPr lang="pt-BR" sz="1200" dirty="0" err="1"/>
              <a:t>function</a:t>
            </a:r>
            <a:r>
              <a:rPr lang="pt-BR" sz="1200" dirty="0"/>
              <a:t>() {</a:t>
            </a:r>
          </a:p>
          <a:p>
            <a:r>
              <a:rPr lang="pt-BR" sz="1200" dirty="0"/>
              <a:t>          </a:t>
            </a:r>
            <a:r>
              <a:rPr lang="pt-BR" sz="1200" dirty="0" err="1"/>
              <a:t>return</a:t>
            </a:r>
            <a:r>
              <a:rPr lang="pt-BR" sz="1200" dirty="0"/>
              <a:t> </a:t>
            </a:r>
            <a:r>
              <a:rPr lang="pt-BR" sz="1200" dirty="0" err="1"/>
              <a:t>React.createElement</a:t>
            </a:r>
            <a:r>
              <a:rPr lang="pt-BR" sz="1200" dirty="0"/>
              <a:t>('i', </a:t>
            </a:r>
            <a:r>
              <a:rPr lang="pt-BR" sz="1200" dirty="0" err="1"/>
              <a:t>null</a:t>
            </a:r>
            <a:r>
              <a:rPr lang="pt-BR" sz="1200" dirty="0"/>
              <a:t>, 'I </a:t>
            </a:r>
            <a:r>
              <a:rPr lang="pt-BR" sz="1200" dirty="0" err="1"/>
              <a:t>am</a:t>
            </a:r>
            <a:r>
              <a:rPr lang="pt-BR" sz="1200" dirty="0"/>
              <a:t> </a:t>
            </a:r>
            <a:r>
              <a:rPr lang="pt-BR" sz="1200" dirty="0" err="1"/>
              <a:t>so</a:t>
            </a:r>
            <a:r>
              <a:rPr lang="pt-BR" sz="1200" dirty="0"/>
              <a:t> </a:t>
            </a:r>
            <a:r>
              <a:rPr lang="pt-BR" sz="1200" dirty="0" err="1"/>
              <a:t>custom</a:t>
            </a:r>
            <a:r>
              <a:rPr lang="pt-BR" sz="1200" dirty="0"/>
              <a:t>');</a:t>
            </a:r>
          </a:p>
          <a:p>
            <a:r>
              <a:rPr lang="pt-BR" sz="1200" dirty="0"/>
              <a:t>       }</a:t>
            </a:r>
          </a:p>
          <a:p>
            <a:endParaRPr lang="pt-BR" sz="1200" dirty="0"/>
          </a:p>
          <a:p>
            <a:r>
              <a:rPr lang="pt-BR" sz="1200" dirty="0"/>
              <a:t>       </a:t>
            </a:r>
            <a:r>
              <a:rPr lang="pt-BR" sz="1200" dirty="0" err="1"/>
              <a:t>ReactDOM.render</a:t>
            </a:r>
            <a:r>
              <a:rPr lang="pt-BR" sz="1200" dirty="0"/>
              <a:t>(</a:t>
            </a:r>
          </a:p>
          <a:p>
            <a:r>
              <a:rPr lang="pt-BR" sz="1200" dirty="0"/>
              <a:t>          &lt;h1 id='</a:t>
            </a:r>
            <a:r>
              <a:rPr lang="pt-BR" sz="1200" dirty="0" err="1"/>
              <a:t>my-heading</a:t>
            </a:r>
            <a:r>
              <a:rPr lang="pt-BR" sz="1200" dirty="0"/>
              <a:t>'&gt;</a:t>
            </a:r>
          </a:p>
          <a:p>
            <a:r>
              <a:rPr lang="pt-BR" sz="1200" dirty="0"/>
              <a:t>            &lt;</a:t>
            </a:r>
            <a:r>
              <a:rPr lang="pt-BR" sz="1200" dirty="0" err="1"/>
              <a:t>SampleComponent</a:t>
            </a:r>
            <a:r>
              <a:rPr lang="pt-BR" sz="1200" dirty="0"/>
              <a:t> /&gt; </a:t>
            </a:r>
            <a:r>
              <a:rPr lang="pt-BR" sz="1200" dirty="0" err="1"/>
              <a:t>text</a:t>
            </a:r>
            <a:endParaRPr lang="pt-BR" sz="1200" dirty="0"/>
          </a:p>
          <a:p>
            <a:r>
              <a:rPr lang="pt-BR" sz="1200" dirty="0"/>
              <a:t>          &lt;/h1&gt;,</a:t>
            </a:r>
          </a:p>
          <a:p>
            <a:r>
              <a:rPr lang="pt-BR" sz="1200" dirty="0"/>
              <a:t>          </a:t>
            </a:r>
            <a:r>
              <a:rPr lang="pt-BR" sz="1200" dirty="0" err="1"/>
              <a:t>document.getElementById</a:t>
            </a:r>
            <a:r>
              <a:rPr lang="pt-BR" sz="1200" dirty="0"/>
              <a:t>('app')</a:t>
            </a:r>
          </a:p>
          <a:p>
            <a:r>
              <a:rPr lang="pt-BR" sz="1200" dirty="0"/>
              <a:t>       );</a:t>
            </a:r>
          </a:p>
          <a:p>
            <a:r>
              <a:rPr lang="pt-BR" sz="1200" dirty="0"/>
              <a:t>    &lt;/script&gt;</a:t>
            </a:r>
          </a:p>
          <a:p>
            <a:r>
              <a:rPr lang="pt-BR" sz="1200" dirty="0"/>
              <a:t>  &lt;/body&gt;</a:t>
            </a:r>
          </a:p>
          <a:p>
            <a:r>
              <a:rPr lang="pt-BR" sz="1200" dirty="0"/>
              <a:t>&lt;/</a:t>
            </a:r>
            <a:r>
              <a:rPr lang="pt-BR" sz="1200" dirty="0" err="1"/>
              <a:t>html</a:t>
            </a:r>
            <a:r>
              <a:rPr lang="pt-BR" sz="1200" dirty="0"/>
              <a:t>&gt;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0972800" cy="4937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definido com função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Versão com JSX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11064240" cy="5029200"/>
          </a:xfrm>
          <a:prstGeom prst="roundRect">
            <a:avLst>
              <a:gd name="adj" fmla="val 1091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r>
              <a:rPr lang="pt-BR" sz="1400" dirty="0"/>
              <a:t>&lt;</a:t>
            </a:r>
            <a:r>
              <a:rPr lang="pt-BR" sz="1400" dirty="0" err="1"/>
              <a:t>html</a:t>
            </a:r>
            <a:r>
              <a:rPr lang="pt-BR" sz="1400" dirty="0"/>
              <a:t>&gt;</a:t>
            </a:r>
          </a:p>
          <a:p>
            <a:r>
              <a:rPr lang="pt-BR" sz="1400" dirty="0"/>
              <a:t>  &lt;</a:t>
            </a:r>
            <a:r>
              <a:rPr lang="pt-BR" sz="1400" dirty="0" err="1"/>
              <a:t>head</a:t>
            </a:r>
            <a:r>
              <a:rPr lang="pt-BR" sz="1400" dirty="0"/>
              <a:t>&gt;</a:t>
            </a:r>
          </a:p>
          <a:p>
            <a:r>
              <a:rPr lang="pt-BR" sz="1400" dirty="0"/>
              <a:t>    &lt;meta </a:t>
            </a:r>
            <a:r>
              <a:rPr lang="pt-BR" sz="1400" dirty="0" err="1"/>
              <a:t>charset</a:t>
            </a:r>
            <a:r>
              <a:rPr lang="pt-BR" sz="1400" dirty="0"/>
              <a:t>='utf-8' /&gt;</a:t>
            </a:r>
          </a:p>
          <a:p>
            <a:r>
              <a:rPr lang="pt-BR" sz="1400" dirty="0"/>
              <a:t>    &lt;script </a:t>
            </a:r>
            <a:r>
              <a:rPr lang="pt-BR" sz="1400" dirty="0" err="1"/>
              <a:t>src</a:t>
            </a:r>
            <a:r>
              <a:rPr lang="pt-BR" sz="1400" dirty="0"/>
              <a:t>='./react.js'&gt;&lt;/script&gt;</a:t>
            </a:r>
          </a:p>
          <a:p>
            <a:r>
              <a:rPr lang="pt-BR" sz="1400" dirty="0"/>
              <a:t>    &lt;script </a:t>
            </a:r>
            <a:r>
              <a:rPr lang="pt-BR" sz="1400" dirty="0" err="1"/>
              <a:t>src</a:t>
            </a:r>
            <a:r>
              <a:rPr lang="pt-BR" sz="1400" dirty="0"/>
              <a:t>='./react-dom.js'&gt;&lt;/script&gt;</a:t>
            </a:r>
          </a:p>
          <a:p>
            <a:r>
              <a:rPr lang="pt-BR" sz="1400" dirty="0"/>
              <a:t>    &lt;script </a:t>
            </a:r>
            <a:r>
              <a:rPr lang="pt-BR" sz="1400" dirty="0" err="1"/>
              <a:t>src</a:t>
            </a:r>
            <a:r>
              <a:rPr lang="pt-BR" sz="1400" dirty="0"/>
              <a:t>="./babel.js"&gt;&lt;/script&gt;</a:t>
            </a:r>
          </a:p>
          <a:p>
            <a:r>
              <a:rPr lang="pt-BR" sz="1400" dirty="0"/>
              <a:t>  &lt;/</a:t>
            </a:r>
            <a:r>
              <a:rPr lang="pt-BR" sz="1400" dirty="0" err="1"/>
              <a:t>head</a:t>
            </a:r>
            <a:r>
              <a:rPr lang="pt-BR" sz="1400" dirty="0"/>
              <a:t>&gt;</a:t>
            </a:r>
          </a:p>
          <a:p>
            <a:r>
              <a:rPr lang="pt-BR" sz="1400" dirty="0"/>
              <a:t>  &lt;body&gt;</a:t>
            </a:r>
          </a:p>
          <a:p>
            <a:r>
              <a:rPr lang="pt-BR" sz="1400" dirty="0"/>
              <a:t>    &lt;</a:t>
            </a:r>
            <a:r>
              <a:rPr lang="pt-BR" sz="1400" dirty="0" err="1"/>
              <a:t>div</a:t>
            </a:r>
            <a:r>
              <a:rPr lang="pt-BR" sz="1400" dirty="0"/>
              <a:t> id='app'&gt;&lt;/</a:t>
            </a:r>
            <a:r>
              <a:rPr lang="pt-BR" sz="1400" dirty="0" err="1"/>
              <a:t>div</a:t>
            </a:r>
            <a:r>
              <a:rPr lang="pt-BR" sz="1400" dirty="0"/>
              <a:t>&gt;</a:t>
            </a:r>
          </a:p>
          <a:p>
            <a:r>
              <a:rPr lang="pt-BR" sz="1400" dirty="0"/>
              <a:t>    &lt;script </a:t>
            </a:r>
            <a:r>
              <a:rPr lang="pt-BR" sz="1400" dirty="0" err="1"/>
              <a:t>type</a:t>
            </a:r>
            <a:r>
              <a:rPr lang="pt-BR" sz="1400" dirty="0"/>
              <a:t>='</a:t>
            </a:r>
            <a:r>
              <a:rPr lang="pt-BR" sz="1400" dirty="0" err="1"/>
              <a:t>text</a:t>
            </a:r>
            <a:r>
              <a:rPr lang="pt-BR" sz="1400" dirty="0"/>
              <a:t>/babel'&gt;</a:t>
            </a:r>
          </a:p>
          <a:p>
            <a:r>
              <a:rPr lang="pt-BR" sz="1400" dirty="0"/>
              <a:t>       </a:t>
            </a:r>
            <a:r>
              <a:rPr lang="pt-BR" sz="1400" dirty="0" err="1"/>
              <a:t>const</a:t>
            </a:r>
            <a:r>
              <a:rPr lang="pt-BR" sz="1400" dirty="0"/>
              <a:t> </a:t>
            </a:r>
            <a:r>
              <a:rPr lang="pt-BR" sz="1400" dirty="0" err="1"/>
              <a:t>SampleComponent</a:t>
            </a:r>
            <a:r>
              <a:rPr lang="pt-BR" sz="1400" dirty="0"/>
              <a:t> = </a:t>
            </a:r>
            <a:r>
              <a:rPr lang="pt-BR" sz="1400" dirty="0" err="1"/>
              <a:t>function</a:t>
            </a:r>
            <a:r>
              <a:rPr lang="pt-BR" sz="1400" dirty="0"/>
              <a:t>() {</a:t>
            </a:r>
          </a:p>
          <a:p>
            <a:r>
              <a:rPr lang="pt-BR" sz="1400" dirty="0"/>
              <a:t>          </a:t>
            </a:r>
            <a:r>
              <a:rPr lang="pt-BR" sz="1400" dirty="0" err="1"/>
              <a:t>return</a:t>
            </a:r>
            <a:r>
              <a:rPr lang="pt-BR" sz="1400" dirty="0"/>
              <a:t> &lt;i&gt;I </a:t>
            </a:r>
            <a:r>
              <a:rPr lang="pt-BR" sz="1400" dirty="0" err="1"/>
              <a:t>am</a:t>
            </a:r>
            <a:r>
              <a:rPr lang="pt-BR" sz="1400" dirty="0"/>
              <a:t> </a:t>
            </a:r>
            <a:r>
              <a:rPr lang="pt-BR" sz="1400" dirty="0" err="1"/>
              <a:t>so</a:t>
            </a:r>
            <a:r>
              <a:rPr lang="pt-BR" sz="1400" dirty="0"/>
              <a:t> </a:t>
            </a:r>
            <a:r>
              <a:rPr lang="pt-BR" sz="1400" dirty="0" err="1"/>
              <a:t>custom</a:t>
            </a:r>
            <a:r>
              <a:rPr lang="pt-BR" sz="1400" dirty="0"/>
              <a:t>&lt;/i&gt;;</a:t>
            </a:r>
          </a:p>
          <a:p>
            <a:r>
              <a:rPr lang="pt-BR" sz="1400" dirty="0"/>
              <a:t>       }</a:t>
            </a:r>
          </a:p>
          <a:p>
            <a:endParaRPr lang="pt-BR" sz="1400" dirty="0"/>
          </a:p>
          <a:p>
            <a:r>
              <a:rPr lang="pt-BR" sz="1400" dirty="0"/>
              <a:t>       </a:t>
            </a:r>
            <a:r>
              <a:rPr lang="pt-BR" sz="1400" dirty="0" err="1"/>
              <a:t>ReactDOM.render</a:t>
            </a:r>
            <a:r>
              <a:rPr lang="pt-BR" sz="1400" dirty="0"/>
              <a:t>(</a:t>
            </a:r>
          </a:p>
          <a:p>
            <a:r>
              <a:rPr lang="pt-BR" sz="1400" dirty="0"/>
              <a:t>          &lt;h1 id='</a:t>
            </a:r>
            <a:r>
              <a:rPr lang="pt-BR" sz="1400" dirty="0" err="1"/>
              <a:t>my-heading</a:t>
            </a:r>
            <a:r>
              <a:rPr lang="pt-BR" sz="1400" dirty="0"/>
              <a:t>'&gt;</a:t>
            </a:r>
          </a:p>
          <a:p>
            <a:r>
              <a:rPr lang="pt-BR" sz="1400" dirty="0"/>
              <a:t>            &lt;</a:t>
            </a:r>
            <a:r>
              <a:rPr lang="pt-BR" sz="1400" dirty="0" err="1"/>
              <a:t>SampleComponent</a:t>
            </a:r>
            <a:r>
              <a:rPr lang="pt-BR" sz="1400" dirty="0"/>
              <a:t> /&gt; </a:t>
            </a:r>
            <a:r>
              <a:rPr lang="pt-BR" sz="1400" dirty="0" err="1"/>
              <a:t>text</a:t>
            </a:r>
            <a:endParaRPr lang="pt-BR" sz="1400" dirty="0"/>
          </a:p>
          <a:p>
            <a:r>
              <a:rPr lang="pt-BR" sz="1400" dirty="0"/>
              <a:t>          &lt;/h1&gt;,</a:t>
            </a:r>
          </a:p>
          <a:p>
            <a:r>
              <a:rPr lang="pt-BR" sz="1400" dirty="0"/>
              <a:t>          </a:t>
            </a:r>
            <a:r>
              <a:rPr lang="pt-BR" sz="1400" dirty="0" err="1"/>
              <a:t>document.getElementById</a:t>
            </a:r>
            <a:r>
              <a:rPr lang="pt-BR" sz="1400" dirty="0"/>
              <a:t>('app')</a:t>
            </a:r>
          </a:p>
          <a:p>
            <a:r>
              <a:rPr lang="pt-BR" sz="1400" dirty="0"/>
              <a:t>       );</a:t>
            </a:r>
          </a:p>
          <a:p>
            <a:r>
              <a:rPr lang="pt-BR" sz="1400" dirty="0"/>
              <a:t>    &lt;/script&gt;</a:t>
            </a:r>
          </a:p>
          <a:p>
            <a:r>
              <a:rPr lang="pt-BR" sz="1400" dirty="0"/>
              <a:t>  &lt;/body&gt;</a:t>
            </a:r>
          </a:p>
          <a:p>
            <a:r>
              <a:rPr lang="pt-BR" sz="1400" dirty="0"/>
              <a:t>&lt;/</a:t>
            </a:r>
            <a:r>
              <a:rPr lang="pt-BR" sz="1400" dirty="0" err="1"/>
              <a:t>html</a:t>
            </a:r>
            <a:r>
              <a:rPr lang="pt-BR" sz="1400" dirty="0"/>
              <a:t>&gt;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0972800" cy="4937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definido com classe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Definição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classe deve estender React.Component.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obrigatório definir o método render().</a:t>
            </a:r>
            <a:endParaRPr lang="en-US" sz="2200" dirty="0"/>
          </a:p>
          <a:p>
            <a:pPr marL="177800" indent="-1778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render() deve retornar o elemento da UI do componente.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080760" y="1737360"/>
            <a:ext cx="4663440" cy="1737360"/>
          </a:xfrm>
          <a:prstGeom prst="roundRect">
            <a:avLst>
              <a:gd name="adj" fmla="val 3158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1783080"/>
            <a:ext cx="5458968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500" dirty="0"/>
              <a:t>class </a:t>
            </a:r>
            <a:r>
              <a:rPr lang="en-US" sz="1500" dirty="0" err="1"/>
              <a:t>SampleComponent</a:t>
            </a:r>
            <a:r>
              <a:rPr lang="en-US" sz="1500" dirty="0"/>
              <a:t> extends </a:t>
            </a:r>
            <a:r>
              <a:rPr lang="en-US" sz="1500" dirty="0" err="1"/>
              <a:t>React.Component</a:t>
            </a:r>
            <a:r>
              <a:rPr lang="en-US" sz="1500" dirty="0"/>
              <a:t> {</a:t>
            </a:r>
          </a:p>
          <a:p>
            <a:pPr marL="0" indent="0">
              <a:buNone/>
            </a:pPr>
            <a:r>
              <a:rPr lang="en-US" sz="1500" dirty="0"/>
              <a:t>  render() {</a:t>
            </a:r>
          </a:p>
          <a:p>
            <a:pPr marL="0" indent="0">
              <a:buNone/>
            </a:pPr>
            <a:r>
              <a:rPr lang="en-US" sz="1500" dirty="0"/>
              <a:t>    return &lt;</a:t>
            </a:r>
            <a:r>
              <a:rPr lang="en-US" sz="1500" dirty="0" err="1"/>
              <a:t>i</a:t>
            </a:r>
            <a:r>
              <a:rPr lang="en-US" sz="1500" dirty="0"/>
              <a:t>&gt;I am so custom&lt;/</a:t>
            </a:r>
            <a:r>
              <a:rPr lang="en-US" sz="1500" dirty="0" err="1"/>
              <a:t>i</a:t>
            </a:r>
            <a:r>
              <a:rPr lang="en-US" sz="1500" dirty="0"/>
              <a:t>&gt;;</a:t>
            </a:r>
          </a:p>
          <a:p>
            <a:pPr marL="0" indent="0">
              <a:buNone/>
            </a:pPr>
            <a:r>
              <a:rPr lang="en-US" sz="1500" dirty="0"/>
              <a:t>  }</a:t>
            </a:r>
          </a:p>
          <a:p>
            <a:pPr marL="0" indent="0">
              <a:buNone/>
            </a:pPr>
            <a:r>
              <a:rPr lang="en-US" sz="1500"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definido com classe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Exemplo completo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11064240" cy="5029200"/>
          </a:xfrm>
          <a:prstGeom prst="roundRect">
            <a:avLst>
              <a:gd name="adj" fmla="val 1091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10972800" cy="4937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charset='utf-8' /&gt;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&lt;script </a:t>
            </a:r>
            <a:r>
              <a:rPr lang="en-US" sz="1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='./react.js'&gt;&lt;/script&gt;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&lt;script </a:t>
            </a:r>
            <a:r>
              <a:rPr lang="en-US" sz="1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='./react-dom.js'&gt;&lt;/script&gt;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&lt;script </a:t>
            </a:r>
            <a:r>
              <a:rPr lang="en-US" sz="1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="./babel.js"&gt;&lt;/script&gt;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id='app'&gt;&lt;/div&gt;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&lt;script type='text/babel'&gt;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class </a:t>
            </a:r>
            <a:r>
              <a:rPr lang="en-US" sz="1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SampleComponent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extends </a:t>
            </a:r>
            <a:r>
              <a:rPr lang="en-US" sz="1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React.Component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render() {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return &lt;</a:t>
            </a:r>
            <a:r>
              <a:rPr lang="en-US" sz="1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&gt;I am so custom&lt;/</a:t>
            </a:r>
            <a:r>
              <a:rPr lang="en-US" sz="1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&gt;;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}</a:t>
            </a:r>
          </a:p>
          <a:p>
            <a:pPr marL="0" indent="0">
              <a:buNone/>
            </a:pPr>
            <a:endParaRPr lang="en-US" sz="12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ReactDOM.render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&lt;h1 id='my-heading'&gt;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</a:t>
            </a:r>
            <a:r>
              <a:rPr lang="en-US" sz="1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SampleComponent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/&gt; text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&lt;/h1&gt;,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2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('app')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);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&lt;/script&gt;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</a:p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Propriedades (Props)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Valores externos recebidos por um componente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557784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 permitem passar dados do componente pai para o componente filho.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Podem conter textos, números, objetos, funções e manipuladores de eventos.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 são somente leitura dentro do componente que as recebe.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858000" y="2103120"/>
            <a:ext cx="301752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0" y="15544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0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Pai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0" y="15544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0" y="1810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Filho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 em componentes funcionais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Recebimento por parâmetro e desestruturação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7406640" cy="5029200"/>
          </a:xfrm>
          <a:prstGeom prst="roundRect">
            <a:avLst>
              <a:gd name="adj" fmla="val 1091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315200" cy="4937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1 &lt;html&gt;
 2   &lt;head&gt;
 3     &lt;meta charset='utf-8' /&gt;
 4     ...
 5   &lt;/head&gt;
 6   &lt;body&gt;
 7     &lt;div id='app'&gt;&lt;/div&gt;
 8     &lt;script type='text/babel'&gt;
 9       function FunctionSampleComponent({ name }) {
10         return (
11           &lt;h1 id='my-heading'&gt;
12             &lt;i&gt;{name}&lt;/i&gt;
13           &lt;/h1&gt;
14         );
15       }
16 
17       ReactDOM.render(
18         &lt;h1 id='my-heading'&gt;
19           &lt;FunctionSampleComponent name="Function Sample" /&gt; text
20         &lt;/h1&gt;,
21         document.getElementById('app')
22       );
23     &lt;/script&gt;
24   &lt;/body&gt;
25 &lt;/html&gt;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75320" y="1783080"/>
            <a:ext cx="274320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 name é recebida diretamente no parâmetro da função por desestruturação.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 em componentes de classe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Acesso via this.props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7498080" cy="5029200"/>
          </a:xfrm>
          <a:prstGeom prst="roundRect">
            <a:avLst>
              <a:gd name="adj" fmla="val 1091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7406640" cy="4937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1 &lt;html&gt;
 2   &lt;head&gt;
 3     &lt;meta charset='utf-8' /&gt;
 4     ...
 5   &lt;/head&gt;
 6   &lt;body&gt;
 7     &lt;div id='app'&gt;&lt;/div&gt;
 8     &lt;script type='text/babel'&gt;
 9       class SampleComponent extends React.Component {
10         render() {
11           const name = this.props ? this.props.name : 'undefined';
12           return &lt;i&gt;{name}&lt;/i&gt;;
13         }
14       }
15 
16       ReactDOM.render(
17         &lt;h1 id='my-heading'&gt;
18           &lt;SampleComponent name="SampleComponent Properties Test" /&gt; text
19         &lt;/h1&gt;,
20         document.getElementById('app')
21       );
22     &lt;/script&gt;
23   &lt;/body&gt;
24 &lt;/html&gt;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2104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classes, props são acessadas por this.props.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defaultProps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Definição de valores padrão para props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2190" y="1234440"/>
            <a:ext cx="7223760" cy="4389120"/>
          </a:xfrm>
          <a:prstGeom prst="roundRect">
            <a:avLst>
              <a:gd name="adj" fmla="val 1250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08760"/>
            <a:ext cx="7132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1 class SampleComponent extends React.Component {
 2   render() {
 3     const name = this.props ? this.props.name : 'undefined';
 4     return &lt;i&gt;{name}&lt;/i&gt;;
 5   }
 6 }
 7 
 8 SampleComponent.defaultProps = {
 9   name: '__undefined__',
10 };
11 
12 ReactDOM.render(
13   &lt;h1 id='my-heading'&gt;
14     &lt;SampleComponent /&gt; text
15   &lt;/h1&gt;,
16   document.getElementById('app')
17 );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0" y="1828800"/>
            <a:ext cx="2743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defaultProps define um valor quando a prop não é informada.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Ajuda a evitar valores indefinidos na renderização.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(State)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Dados internos do componente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585216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representa informações que mudam ao longo do tempo.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estado muda, o componente é renderizado novamente.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classes, a atualização ocorre com this.setState().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funções, o padrão moderno é usar Hooks, como useState.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82880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2157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state = dados internos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046720" y="2971800"/>
            <a:ext cx="1371600" cy="594360"/>
          </a:xfrm>
          <a:prstGeom prst="chevron">
            <a:avLst/>
          </a:prstGeom>
          <a:solidFill>
            <a:srgbClr val="DCEBFF"/>
          </a:solidFill>
          <a:ln w="12700">
            <a:solidFill>
              <a:srgbClr val="BFD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384048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41148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nova renderização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Stateless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Componente sem estado interno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45720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componente stateless apenas recebe dados e renderiza a interface.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806440" y="160020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1645920"/>
            <a:ext cx="47548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1 function Welcome(props) {
2   return &lt;h1&gt;Olá, {props.name}&lt;/h1&gt;;
3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5720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simples e previsível.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de reutilizar e testar.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mantém dados internos mutáveis.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Stateful com função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Estado com useState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6766560" cy="4206240"/>
          </a:xfrm>
          <a:prstGeom prst="roundRect">
            <a:avLst>
              <a:gd name="adj" fmla="val 1304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667512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Counter() {
 2   const [count, setCount] = React.useState(0);
 3 
 4   return (
 5     &lt;div&gt;
 6       &lt;p&gt;Valor: {count}&lt;/p&gt;
 7       &lt;button onClick={() =&gt; setCount(count + 1)}&gt;
 8         Incrementar
 9       &lt;/button&gt;
10     &lt;/div&gt;
11   );
12 }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863840" y="1828800"/>
            <a:ext cx="29260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guarda o valor atual do estado.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setCount altera o estado.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atualizar o estado, o componente renderiza novamente.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Stateful com classe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Estado com this.state e this.setState()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399032"/>
            <a:ext cx="7360920" cy="4617720"/>
          </a:xfrm>
          <a:prstGeom prst="roundRect">
            <a:avLst>
              <a:gd name="adj" fmla="val 1188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44752"/>
            <a:ext cx="726948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Counter extends React.Component {
 2   constructor(props) {
 3     super(props);
 4     this.state = { count: 0 };
 5   }
 6 
 7   render() {
 8     return (
 9       &lt;div&gt;
10         &lt;p&gt;Valor: {this.state.count}&lt;/p&gt;
11         &lt;button onClick={() =&gt; this.setState({ count: this.state.count + 1 })}&gt;
12           Incrementar
13         &lt;/button&gt;
14       &lt;/div&gt;
15     );
16   }
17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1828800"/>
            <a:ext cx="2743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classes, o estado fica em this.state e deve ser alterado por this.setState().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Resumo: Funções x Classes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</a:rPr>
              <a:t>Comparação final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</a:rPr>
              <a:t>Componentes funcionais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42976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mais simples.</a:t>
            </a:r>
            <a:endParaRPr lang="en-US" sz="1850" dirty="0"/>
          </a:p>
          <a:p>
            <a:pPr marL="177800" indent="-177800">
              <a:buSzPct val="100000"/>
              <a:buChar char="•"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usados atualmente.</a:t>
            </a:r>
            <a:endParaRPr lang="en-US" sz="1850" dirty="0"/>
          </a:p>
          <a:p>
            <a:pPr marL="177800" indent="-177800">
              <a:buSzPct val="100000"/>
              <a:buChar char="•"/>
            </a:pPr>
            <a:r>
              <a:rPr lang="en-US" sz="1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Usam Hooks para estado e ciclo de vida.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74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</a:rPr>
              <a:t>Componentes de classe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2976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Importantes para entender a base do React.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Usam render(), this.props e this.setState().</a:t>
            </a:r>
            <a:endParaRPr lang="en-US" sz="1820" dirty="0"/>
          </a:p>
          <a:p>
            <a:pPr marL="177800" indent="-177800">
              <a:buSzPct val="100000"/>
              <a:buChar char="•"/>
            </a:pPr>
            <a:r>
              <a:rPr lang="en-US" sz="18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comuns em projetos antigos.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1097280" y="54864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80ED"/>
                </a:solidFill>
              </a:rPr>
              <a:t>Conclusão: no React moderno, a abordagem funcional é a principal recomendação.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1864</Words>
  <Application>Microsoft Office PowerPoint</Application>
  <PresentationFormat>Widescreen</PresentationFormat>
  <Paragraphs>207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Componentes React JS – Conceitos e Exemplos com Funções</dc:title>
  <dc:subject>Componentes React JS</dc:subject>
  <dc:creator>OpenAI</dc:creator>
  <cp:lastModifiedBy>Antonio Tadeu Maffeis</cp:lastModifiedBy>
  <cp:revision>4</cp:revision>
  <dcterms:created xsi:type="dcterms:W3CDTF">2026-04-06T13:35:03Z</dcterms:created>
  <dcterms:modified xsi:type="dcterms:W3CDTF">2026-04-06T16:36:16Z</dcterms:modified>
</cp:coreProperties>
</file>